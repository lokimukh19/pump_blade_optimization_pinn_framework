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81" autoAdjust="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A8A8-CC42-4800-9C75-018C9EE6499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4535-120C-45BA-B443-8E90C3830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848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A8A8-CC42-4800-9C75-018C9EE6499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4535-120C-45BA-B443-8E90C3830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5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A8A8-CC42-4800-9C75-018C9EE6499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4535-120C-45BA-B443-8E90C3830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56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A8A8-CC42-4800-9C75-018C9EE6499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4535-120C-45BA-B443-8E90C3830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7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A8A8-CC42-4800-9C75-018C9EE6499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4535-120C-45BA-B443-8E90C3830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71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A8A8-CC42-4800-9C75-018C9EE6499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4535-120C-45BA-B443-8E90C3830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95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A8A8-CC42-4800-9C75-018C9EE6499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4535-120C-45BA-B443-8E90C3830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35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A8A8-CC42-4800-9C75-018C9EE6499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4535-120C-45BA-B443-8E90C3830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95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A8A8-CC42-4800-9C75-018C9EE6499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4535-120C-45BA-B443-8E90C3830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48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A8A8-CC42-4800-9C75-018C9EE6499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4535-120C-45BA-B443-8E90C3830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03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A8A8-CC42-4800-9C75-018C9EE6499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54535-120C-45BA-B443-8E90C3830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59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9A8A8-CC42-4800-9C75-018C9EE6499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54535-120C-45BA-B443-8E90C3830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04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67"/>
          <a:stretch/>
        </p:blipFill>
        <p:spPr>
          <a:xfrm>
            <a:off x="0" y="0"/>
            <a:ext cx="8148320" cy="3723353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3"/>
          <a:srcRect t="53174"/>
          <a:stretch/>
        </p:blipFill>
        <p:spPr>
          <a:xfrm>
            <a:off x="1" y="3723353"/>
            <a:ext cx="8148320" cy="354945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617527" y="1071418"/>
            <a:ext cx="34913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</a:t>
            </a:r>
            <a:r>
              <a:rPr lang="en-US" altLang="zh-CN" dirty="0" smtClean="0"/>
              <a:t>erified the boundary mask of the blade in the document (We upgraded the z distance to, more isotropic Eulerian distance)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51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/>
          <a:srcRect l="1" r="786"/>
          <a:stretch/>
        </p:blipFill>
        <p:spPr>
          <a:xfrm>
            <a:off x="367764" y="121171"/>
            <a:ext cx="2759670" cy="302540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/>
          <a:srcRect l="1" r="786"/>
          <a:stretch/>
        </p:blipFill>
        <p:spPr>
          <a:xfrm>
            <a:off x="3127434" y="121171"/>
            <a:ext cx="2759670" cy="302540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/>
          <a:srcRect l="1" r="786"/>
          <a:stretch/>
        </p:blipFill>
        <p:spPr>
          <a:xfrm>
            <a:off x="5887104" y="121171"/>
            <a:ext cx="2759670" cy="302540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/>
          <a:srcRect l="1" r="786"/>
          <a:stretch/>
        </p:blipFill>
        <p:spPr>
          <a:xfrm>
            <a:off x="8646774" y="121171"/>
            <a:ext cx="2759670" cy="302540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79055" y="3288145"/>
            <a:ext cx="7667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verified the effectiveness of periodic boundary conditions in Theta direction.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81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50575"/>
          <a:stretch/>
        </p:blipFill>
        <p:spPr>
          <a:xfrm>
            <a:off x="0" y="0"/>
            <a:ext cx="5957455" cy="554189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50805"/>
          <a:stretch/>
        </p:blipFill>
        <p:spPr>
          <a:xfrm>
            <a:off x="6123709" y="0"/>
            <a:ext cx="5929746" cy="554189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479636" y="5541892"/>
            <a:ext cx="3634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r>
              <a:rPr lang="en-US" altLang="zh-CN" dirty="0" smtClean="0"/>
              <a:t>rained with only Physics Constraints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105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7543799" cy="359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18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</TotalTime>
  <Words>40</Words>
  <Application>Microsoft Office PowerPoint</Application>
  <PresentationFormat>宽屏</PresentationFormat>
  <Paragraphs>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16</cp:revision>
  <dcterms:created xsi:type="dcterms:W3CDTF">2026-04-27T05:51:03Z</dcterms:created>
  <dcterms:modified xsi:type="dcterms:W3CDTF">2026-05-02T06:49:19Z</dcterms:modified>
</cp:coreProperties>
</file>