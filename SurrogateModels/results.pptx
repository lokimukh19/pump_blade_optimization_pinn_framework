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581" autoAdjust="0"/>
  </p:normalViewPr>
  <p:slideViewPr>
    <p:cSldViewPr snapToGrid="0">
      <p:cViewPr>
        <p:scale>
          <a:sx n="100" d="100"/>
          <a:sy n="100" d="100"/>
        </p:scale>
        <p:origin x="-14" y="-3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848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45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156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076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71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395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35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595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948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403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359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59A8A8-CC42-4800-9C75-018C9EE64993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254535-120C-45BA-B443-8E90C38303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04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167"/>
          <a:stretch/>
        </p:blipFill>
        <p:spPr>
          <a:xfrm>
            <a:off x="0" y="0"/>
            <a:ext cx="8148320" cy="3723353"/>
          </a:xfrm>
          <a:prstGeom prst="rect">
            <a:avLst/>
          </a:prstGeom>
        </p:spPr>
      </p:pic>
      <p:pic>
        <p:nvPicPr>
          <p:cNvPr id="28" name="图片 27"/>
          <p:cNvPicPr>
            <a:picLocks noChangeAspect="1"/>
          </p:cNvPicPr>
          <p:nvPr/>
        </p:nvPicPr>
        <p:blipFill rotWithShape="1">
          <a:blip r:embed="rId3"/>
          <a:srcRect t="53174"/>
          <a:stretch/>
        </p:blipFill>
        <p:spPr>
          <a:xfrm>
            <a:off x="1" y="3723353"/>
            <a:ext cx="8148320" cy="3549453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8617527" y="1071418"/>
            <a:ext cx="34913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</a:t>
            </a:r>
            <a:r>
              <a:rPr lang="en-US" altLang="zh-CN" dirty="0" smtClean="0"/>
              <a:t>erified the boundary mask of the blade in the document (We upgraded the z distance to, more isotropic Eulerian distance)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551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2"/>
          <a:srcRect l="1" r="786"/>
          <a:stretch/>
        </p:blipFill>
        <p:spPr>
          <a:xfrm>
            <a:off x="367764" y="121171"/>
            <a:ext cx="2759670" cy="3025402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 rotWithShape="1">
          <a:blip r:embed="rId2"/>
          <a:srcRect l="1" r="786"/>
          <a:stretch/>
        </p:blipFill>
        <p:spPr>
          <a:xfrm>
            <a:off x="3127434" y="121171"/>
            <a:ext cx="2759670" cy="3025402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2"/>
          <a:srcRect l="1" r="786"/>
          <a:stretch/>
        </p:blipFill>
        <p:spPr>
          <a:xfrm>
            <a:off x="5887104" y="121171"/>
            <a:ext cx="2759670" cy="302540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2"/>
          <a:srcRect l="1" r="786"/>
          <a:stretch/>
        </p:blipFill>
        <p:spPr>
          <a:xfrm>
            <a:off x="8646774" y="121171"/>
            <a:ext cx="2759670" cy="3025402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79055" y="3288145"/>
            <a:ext cx="7667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We verified the effectiveness of periodic boundary conditions in Theta direction.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7081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 rotWithShape="1">
          <a:blip r:embed="rId2"/>
          <a:srcRect r="50575"/>
          <a:stretch/>
        </p:blipFill>
        <p:spPr>
          <a:xfrm>
            <a:off x="0" y="0"/>
            <a:ext cx="5957455" cy="554189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2"/>
          <a:srcRect l="50805"/>
          <a:stretch/>
        </p:blipFill>
        <p:spPr>
          <a:xfrm>
            <a:off x="6123709" y="0"/>
            <a:ext cx="5929746" cy="5541892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479636" y="5541892"/>
            <a:ext cx="4094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FNO T</a:t>
            </a:r>
            <a:r>
              <a:rPr lang="en-US" altLang="zh-CN" dirty="0" smtClean="0"/>
              <a:t>rained </a:t>
            </a:r>
            <a:r>
              <a:rPr lang="en-US" altLang="zh-CN" dirty="0" smtClean="0"/>
              <a:t>with only Physics 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105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301259" cy="5862319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103242" y="5950187"/>
            <a:ext cx="4094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FNO T</a:t>
            </a:r>
            <a:r>
              <a:rPr lang="en-US" altLang="zh-CN" dirty="0" smtClean="0"/>
              <a:t>rained </a:t>
            </a:r>
            <a:r>
              <a:rPr lang="en-US" altLang="zh-CN" dirty="0" smtClean="0"/>
              <a:t>with only Physics 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118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278666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378036" y="4278666"/>
            <a:ext cx="4218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CFNO T</a:t>
            </a:r>
            <a:r>
              <a:rPr lang="en-US" altLang="zh-CN" dirty="0" smtClean="0"/>
              <a:t>rained </a:t>
            </a:r>
            <a:r>
              <a:rPr lang="en-US" altLang="zh-CN" dirty="0" smtClean="0"/>
              <a:t>with only Physics 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481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5" y="0"/>
            <a:ext cx="12135935" cy="600456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103242" y="5950187"/>
            <a:ext cx="4218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CFNO T</a:t>
            </a:r>
            <a:r>
              <a:rPr lang="en-US" altLang="zh-CN" dirty="0" smtClean="0"/>
              <a:t>rained </a:t>
            </a:r>
            <a:r>
              <a:rPr lang="en-US" altLang="zh-CN" dirty="0" smtClean="0"/>
              <a:t>with only Physics 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024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0272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1772</TotalTime>
  <Words>59</Words>
  <Application>Microsoft Office PowerPoint</Application>
  <PresentationFormat>宽屏</PresentationFormat>
  <Paragraphs>6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等线</vt:lpstr>
      <vt:lpstr>等线 Light</vt:lpstr>
      <vt:lpstr>Arial</vt:lpstr>
      <vt:lpstr>Calibri</vt:lpstr>
      <vt:lpstr>Calibri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Administrator</cp:lastModifiedBy>
  <cp:revision>23</cp:revision>
  <dcterms:created xsi:type="dcterms:W3CDTF">2026-04-27T05:51:03Z</dcterms:created>
  <dcterms:modified xsi:type="dcterms:W3CDTF">2026-05-02T14:30:04Z</dcterms:modified>
</cp:coreProperties>
</file>